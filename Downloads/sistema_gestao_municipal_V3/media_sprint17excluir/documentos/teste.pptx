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938D-D706-4323-9A33-AD70F6E68EB4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7C69B-4309-4A35-A8EC-6F05397BE7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4181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938D-D706-4323-9A33-AD70F6E68EB4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7C69B-4309-4A35-A8EC-6F05397BE7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4261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938D-D706-4323-9A33-AD70F6E68EB4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7C69B-4309-4A35-A8EC-6F05397BE7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5487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938D-D706-4323-9A33-AD70F6E68EB4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7C69B-4309-4A35-A8EC-6F05397BE7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5629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938D-D706-4323-9A33-AD70F6E68EB4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7C69B-4309-4A35-A8EC-6F05397BE7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9539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938D-D706-4323-9A33-AD70F6E68EB4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7C69B-4309-4A35-A8EC-6F05397BE7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3610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938D-D706-4323-9A33-AD70F6E68EB4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7C69B-4309-4A35-A8EC-6F05397BE7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4092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938D-D706-4323-9A33-AD70F6E68EB4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7C69B-4309-4A35-A8EC-6F05397BE7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0390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938D-D706-4323-9A33-AD70F6E68EB4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7C69B-4309-4A35-A8EC-6F05397BE7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5316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938D-D706-4323-9A33-AD70F6E68EB4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7C69B-4309-4A35-A8EC-6F05397BE7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0270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938D-D706-4323-9A33-AD70F6E68EB4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7C69B-4309-4A35-A8EC-6F05397BE7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2124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7938D-D706-4323-9A33-AD70F6E68EB4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7C69B-4309-4A35-A8EC-6F05397BE7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4420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mtClean="0"/>
              <a:t>teste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7763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teste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</dc:title>
  <dc:creator>Renato Ferreira</dc:creator>
  <cp:lastModifiedBy>Renato Ferreira</cp:lastModifiedBy>
  <cp:revision>1</cp:revision>
  <dcterms:created xsi:type="dcterms:W3CDTF">2022-12-22T00:54:33Z</dcterms:created>
  <dcterms:modified xsi:type="dcterms:W3CDTF">2022-12-22T00:54:41Z</dcterms:modified>
</cp:coreProperties>
</file>